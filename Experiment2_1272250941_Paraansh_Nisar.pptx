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arg Ghule" userId="c9128738c4e831f7" providerId="LiveId" clId="{0B733C8D-E91E-4AD4-B09C-8D9F080D0C06}"/>
    <pc:docChg chg="modSld">
      <pc:chgData name="Nisarg Ghule" userId="c9128738c4e831f7" providerId="LiveId" clId="{0B733C8D-E91E-4AD4-B09C-8D9F080D0C06}" dt="2026-08-08T09:15:31.140" v="25" actId="20577"/>
      <pc:docMkLst>
        <pc:docMk/>
      </pc:docMkLst>
      <pc:sldChg chg="modSp mod">
        <pc:chgData name="Nisarg Ghule" userId="c9128738c4e831f7" providerId="LiveId" clId="{0B733C8D-E91E-4AD4-B09C-8D9F080D0C06}" dt="2026-08-08T09:15:31.140" v="25" actId="20577"/>
        <pc:sldMkLst>
          <pc:docMk/>
          <pc:sldMk cId="0" sldId="256"/>
        </pc:sldMkLst>
        <pc:spChg chg="mod">
          <ac:chgData name="Nisarg Ghule" userId="c9128738c4e831f7" providerId="LiveId" clId="{0B733C8D-E91E-4AD4-B09C-8D9F080D0C06}" dt="2026-08-08T09:15:31.140" v="25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111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1DB01-9EED-0161-5135-1F83B0AA0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23AC3-59DD-064D-FC94-EB18A909F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4F66E-F91D-2BE0-0731-78000C601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A9E9C-3709-6BFF-444A-36103E89F9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11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52" y="2374750"/>
            <a:ext cx="11277295" cy="210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2</a:t>
            </a:r>
          </a:p>
          <a:p>
            <a:pPr marL="0" indent="0" algn="ctr">
              <a:buNone/>
            </a:pPr>
            <a:endParaRPr lang="en-US" sz="3200" b="1" dirty="0">
              <a:solidFill>
                <a:srgbClr val="1E2A4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Persona And Empathy Map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FBE52-46F6-F137-7F92-556A83B1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8F8091-8BC5-E4BA-0761-105BB2147C31}"/>
              </a:ext>
            </a:extLst>
          </p:cNvPr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 Map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10837A6-0BF4-C140-6ADB-72B1DFE6047B}"/>
              </a:ext>
            </a:extLst>
          </p:cNvPr>
          <p:cNvSpPr/>
          <p:nvPr/>
        </p:nvSpPr>
        <p:spPr>
          <a:xfrm>
            <a:off x="457200" y="1188720"/>
            <a:ext cx="5501488" cy="2423160"/>
          </a:xfrm>
          <a:prstGeom prst="roundRect">
            <a:avLst>
              <a:gd name="adj" fmla="val 3019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99978D-5606-C741-96B5-2E1EDF357622}"/>
              </a:ext>
            </a:extLst>
          </p:cNvPr>
          <p:cNvSpPr/>
          <p:nvPr/>
        </p:nvSpPr>
        <p:spPr>
          <a:xfrm>
            <a:off x="731520" y="1389888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A3265BA-BDE9-F0D3-5F06-EAE653CD1EE6}"/>
              </a:ext>
            </a:extLst>
          </p:cNvPr>
          <p:cNvSpPr/>
          <p:nvPr/>
        </p:nvSpPr>
        <p:spPr>
          <a:xfrm>
            <a:off x="731520" y="1783080"/>
            <a:ext cx="495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a fit that looks right and feels premium.”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when the new drop goes live.”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can't tell if this hoodie will fit me.”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there a cash on delivery or UPI option?”</a:t>
            </a:r>
            <a:endParaRPr lang="en-US" sz="11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F90FB6-C349-AFF7-315B-AC364EACBE49}"/>
              </a:ext>
            </a:extLst>
          </p:cNvPr>
          <p:cNvSpPr/>
          <p:nvPr/>
        </p:nvSpPr>
        <p:spPr>
          <a:xfrm>
            <a:off x="6233008" y="1188720"/>
            <a:ext cx="5501488" cy="2423160"/>
          </a:xfrm>
          <a:prstGeom prst="roundRect">
            <a:avLst>
              <a:gd name="adj" fmla="val 3019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3EF9192-491E-D73E-6179-E7FE1C26837B}"/>
              </a:ext>
            </a:extLst>
          </p:cNvPr>
          <p:cNvSpPr/>
          <p:nvPr/>
        </p:nvSpPr>
        <p:spPr>
          <a:xfrm>
            <a:off x="6507328" y="1389888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C07730-480E-3618-5724-F91979FC9CE1}"/>
              </a:ext>
            </a:extLst>
          </p:cNvPr>
          <p:cNvSpPr/>
          <p:nvPr/>
        </p:nvSpPr>
        <p:spPr>
          <a:xfrm>
            <a:off x="6507328" y="1783080"/>
            <a:ext cx="495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“Will this sell out before I check out?”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brand genuine and worth the price?”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finding my size so difficult?”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it doesn't fit and I can't exchange it?”</a:t>
            </a:r>
            <a:endParaRPr lang="en-US" sz="11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6B31095-5241-90C0-4352-8251D77E5283}"/>
              </a:ext>
            </a:extLst>
          </p:cNvPr>
          <p:cNvSpPr/>
          <p:nvPr/>
        </p:nvSpPr>
        <p:spPr>
          <a:xfrm>
            <a:off x="457200" y="3886200"/>
            <a:ext cx="5501488" cy="2423160"/>
          </a:xfrm>
          <a:prstGeom prst="roundRect">
            <a:avLst>
              <a:gd name="adj" fmla="val 3019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684DF18-2075-77DC-E888-798E1B2A6020}"/>
              </a:ext>
            </a:extLst>
          </p:cNvPr>
          <p:cNvSpPr/>
          <p:nvPr/>
        </p:nvSpPr>
        <p:spPr>
          <a:xfrm>
            <a:off x="731520" y="4087368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F822A9-5856-2146-7CDE-26F554554A2D}"/>
              </a:ext>
            </a:extLst>
          </p:cNvPr>
          <p:cNvSpPr/>
          <p:nvPr/>
        </p:nvSpPr>
        <p:spPr>
          <a:xfrm>
            <a:off x="731520" y="4480560"/>
            <a:ext cx="495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brands on Instagram and checks for new drops.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mostly on a phone and compares two or three brands.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discount codes and reads reviews before paying.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favourite items and returns when a sale or restock is announced.</a:t>
            </a:r>
            <a:endParaRPr lang="en-US" sz="11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93CDBF3-A891-1EDF-8B5B-228FE7D93622}"/>
              </a:ext>
            </a:extLst>
          </p:cNvPr>
          <p:cNvSpPr/>
          <p:nvPr/>
        </p:nvSpPr>
        <p:spPr>
          <a:xfrm>
            <a:off x="6233008" y="3886200"/>
            <a:ext cx="5501488" cy="2423160"/>
          </a:xfrm>
          <a:prstGeom prst="roundRect">
            <a:avLst>
              <a:gd name="adj" fmla="val 3019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1E74445-929A-CCF2-E824-F1AD2A70EF8E}"/>
              </a:ext>
            </a:extLst>
          </p:cNvPr>
          <p:cNvSpPr/>
          <p:nvPr/>
        </p:nvSpPr>
        <p:spPr>
          <a:xfrm>
            <a:off x="6507328" y="4087368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1A7D52-8AEE-17D4-852F-20C9FDFFE0E2}"/>
              </a:ext>
            </a:extLst>
          </p:cNvPr>
          <p:cNvSpPr/>
          <p:nvPr/>
        </p:nvSpPr>
        <p:spPr>
          <a:xfrm>
            <a:off x="6507328" y="4480560"/>
            <a:ext cx="495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 when a new drop matches their style.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when items sell out quickly.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when sizing or delivery details are unclear.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when reviews, returns and tracking are visible.</a:t>
            </a:r>
            <a:endParaRPr lang="en-US" sz="11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C224BE5-947F-E577-CA77-A482460E7921}"/>
              </a:ext>
            </a:extLst>
          </p:cNvPr>
          <p:cNvSpPr/>
          <p:nvPr/>
        </p:nvSpPr>
        <p:spPr>
          <a:xfrm>
            <a:off x="4312768" y="3474720"/>
            <a:ext cx="35661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2A4A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FA4E7B6-645F-1913-D094-D9475C3C4DAC}"/>
              </a:ext>
            </a:extLst>
          </p:cNvPr>
          <p:cNvSpPr/>
          <p:nvPr/>
        </p:nvSpPr>
        <p:spPr>
          <a:xfrm>
            <a:off x="4312768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 Streetwear Shopper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5025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Pain 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179576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Drops Sell Out Without Warning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856232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miss limited releases because there is no clear countdown, alert or waiting-room status. They keep refreshing the page and are unsure whether the item is gone or will be restocked.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536432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70168" y="1234440"/>
            <a:ext cx="502920" cy="50292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9" name="Text 7"/>
          <p:cNvSpPr/>
          <p:nvPr/>
        </p:nvSpPr>
        <p:spPr>
          <a:xfrm>
            <a:off x="637016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01688" y="1179576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 Sizing and Fit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01688" y="1856232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and unisex fits vary between brands, and size guides are hard to find or missing. Users fear ordering the wrong size, so they hesitate or abandon the purchase.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70168" y="3200400"/>
            <a:ext cx="536432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922776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Cluttered, Hard-to-Search Catalogues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8720" y="4599432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catalogues with stacked banners, codes and long text make it hard to find a specific item. Basic filters mean shoppers scroll through many products to reach what they want.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943600"/>
            <a:ext cx="536432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0168" y="3977640"/>
            <a:ext cx="502920" cy="50292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7016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01688" y="3922776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 and Delivery Uncertainty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01688" y="4599432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unsure about delivery time, returns and payment options such as UPI and cash on delivery. Limited order tracking after payment adds to the anxiety.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70168" y="5943600"/>
            <a:ext cx="536432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Kabir Mehta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Budget-conscious college student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want to look good, but I can't waste my pocket money on the wrong size."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Pune, Maharashtra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and mobile shopping, UPI payments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457200"/>
            <a:ext cx="310896" cy="310896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stylish oversized tees within a small budget.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discount codes and sale sections.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sure of the size before paying.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8948" y="457200"/>
            <a:ext cx="310896" cy="310896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428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38948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size charts and fit notes.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Cluttered pages with hidden prices.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filter by price.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7756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streetwear website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77640" y="3154680"/>
            <a:ext cx="7756855" cy="3246120"/>
          </a:xfrm>
          <a:prstGeom prst="roundRect">
            <a:avLst>
              <a:gd name="adj" fmla="val 1690"/>
            </a:avLst>
          </a:prstGeom>
          <a:solidFill>
            <a:srgbClr val="EDF1F6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Kabir discovers brands on Instagram, compares prices on his phone and waits for sales. He pays through UPI and prefers cash on delivery for new brands.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1378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1378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excited by new designs but worried about wasting money. He becomes anxious when the size or return policy is unclear.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25077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5077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price and size filters, a clear size guide on every product page, and a visible sale section with easy returns.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Dhruv Malhotra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Drop-day buyer and sneakerhead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"If I'm not in the first minute of the drop, it's gone. The site can't slow me down."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Delhi, NCR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Designer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drop calendars, buys on phone and desktop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457200"/>
            <a:ext cx="310896" cy="310896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limited pieces at drop time.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notified before a release goes live.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in as few steps as possible.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8948" y="457200"/>
            <a:ext cx="310896" cy="310896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428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38948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Sell-outs with no warning or status.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pages and long forms at checkout.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restock or waitlist information.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7756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streetwear website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77640" y="3154680"/>
            <a:ext cx="7756855" cy="3246120"/>
          </a:xfrm>
          <a:prstGeom prst="roundRect">
            <a:avLst>
              <a:gd name="adj" fmla="val 1690"/>
            </a:avLst>
          </a:prstGeom>
          <a:solidFill>
            <a:srgbClr val="EDF1F6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follows brand accounts, sets reminders for drops and keeps his address and payment ready. He refreshes the site as the drop starts and decides within seconds.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1378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1378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feels excited before a drop, tense during it and frustrated when the page lags or an item sells out without explanation.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25077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5077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live countdown with notify-me alerts, saved address and payment details, one-page checkout and a restock waitlist.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Ananya Iyer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Style-led design student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buy into the vibe of a brand. If the site looks boring, I'm gone."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Karnataka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Pinterest and mobile browsing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457200"/>
            <a:ext cx="310896" cy="310896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unisex pieces that fit her style.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outfit ideas from lookbooks.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favourites for later.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8948" y="457200"/>
            <a:ext cx="310896" cy="310896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428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38948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photos do not show real fit.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see how pieces go together.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and account are hard to find.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7756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streetwear website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77640" y="3154680"/>
            <a:ext cx="7756855" cy="3246120"/>
          </a:xfrm>
          <a:prstGeom prst="roundRect">
            <a:avLst>
              <a:gd name="adj" fmla="val 1690"/>
            </a:avLst>
          </a:prstGeom>
          <a:solidFill>
            <a:srgbClr val="EDF1F6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gets inspiration from Instagram and Pinterest, opens brand websites on her phone and saves looks. She buys when photos and styling show how a piece actually fits.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1378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1378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feels inspired by good visuals but loses interest when pages look generic or do not show how clothes fit on real people.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25077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5077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lookbook, model photos with height and size, a shoppable outfit section and an easy wishlist.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Rahul Verma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gift buyer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don't shop here often. I need to trust the brand and know it will arrive on time."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Maharashtra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and phone, cards and UPI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457200"/>
            <a:ext cx="310896" cy="310896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gift with delivery by a set date.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reviews and brand credibility.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return or exchange easily.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8948" y="457200"/>
            <a:ext cx="310896" cy="310896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428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38948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delivery dates and shipping cost.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judge quality from photos.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exchange and return rules.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7756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streetwear website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77640" y="3154680"/>
            <a:ext cx="7756855" cy="3246120"/>
          </a:xfrm>
          <a:prstGeom prst="roundRect">
            <a:avLst>
              <a:gd name="adj" fmla="val 1690"/>
            </a:avLst>
          </a:prstGeom>
          <a:solidFill>
            <a:srgbClr val="EDF1F6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searches for a brand his friend likes, reads reviews and compares delivery times. He pays by card or UPI and wants confirmation and tracking after ordering.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1378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1378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cautious as a first-time buyer and feels reassured by reviews, clear delivery dates and visible return policies.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25077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5077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delivery estimates by pincode, verified reviews, a gift option and an easy order-tracking page.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Sunita Deshmukh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buying for a teenager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"My son wants these clothes. I just need the website to be simple and the payment to be safe."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Nashik, Maharashtra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Teacher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prefers cash on delivery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457200"/>
            <a:ext cx="310896" cy="310896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right size for her son.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safely, ideally by cash on delivery.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help if something goes wrong.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8948" y="457200"/>
            <a:ext cx="310896" cy="310896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428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38948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text and crowded menus.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she does not know, like drops or oversized fit.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where to get help or support.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7756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streetwear website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77640" y="3154680"/>
            <a:ext cx="7756855" cy="3246120"/>
          </a:xfrm>
          <a:prstGeom prst="roundRect">
            <a:avLst>
              <a:gd name="adj" fmla="val 1690"/>
            </a:avLst>
          </a:prstGeom>
          <a:solidFill>
            <a:srgbClr val="EDF1F6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opens the site on her phone when her son asks, browses slowly and asks him about size. She prefers cash on delivery and uses WhatsApp or a call for help.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1378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1378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feels unsure with unfamiliar terms and small icons, and more comfortable when instructions are clear and support is easy to reach.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25077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5077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larger text and touch targets, plain-language size help, cash on delivery and visible WhatsApp or call support.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Kabir Mehta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Buy an oversized tee within budget using the website on his phone.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20095" y="365760"/>
            <a:ext cx="914400" cy="91440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4800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a Deal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Size and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to Cart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site from an Instagram link.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for the sale section.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by price.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a product page.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size guide.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with his own measurements.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size and adds to cart.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a discount code.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the total.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Chooses UPI or cash on delivery.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order.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for confirmation.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order status.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the estimated delivery.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the order details.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Hopeful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Nervous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a sale filter and price range on the home and shop screens.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 size guide and fit note next to the size selector.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discount codes in one step and show the final price early.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UPI and cash on delivery with a clear confirmation screen.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an order status timeline with delivery date by message.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Dhruv Malhotra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Get a limited-edition piece on drop day and check out quickly.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20095" y="365760"/>
            <a:ext cx="914400" cy="91440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4800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Drop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Drop 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Confirmation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a drop reminder.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site before the drop.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in with saved details.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 the countdown.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drop collection.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the item.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his size.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it to the cart.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stock status.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saved address and payment.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with UPI.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for the response.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the confirmation.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order number.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the waitlist if sold out.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live countdown and notify-me alert linked to the drop page.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the drop page light and show stock status clearly.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Remember his size and show it selected by default.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one-page checkout with saved address and payment.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instant confirmation and a waitlist option for sold-out items.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Ananya Iyer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a complete unisex outfit and save pieces for later.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20095" y="365760"/>
            <a:ext cx="914400" cy="91440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4800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Inspired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Explores Lookbook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Favourites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a post on Instagram.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brand site.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Scrolls the home page.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lookbook.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 each styled outfit.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Taps a piece to see details.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 model photos and sizes.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fit notes.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with other pieces.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pieces to the wishlist.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Signs in to save the list.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later on her phone.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items to the cart.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with UPI.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her order with friends.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Doubtful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 lookbook a main item on the home page.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outfits shoppable, with tap-to-view product details.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model height, size worn and fit description on every product.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quick wishlist without forcing sign-up.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simple checkout that remembers the saved items.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Rahul Verma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Buy a gift and have it delivered before a birthday.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20095" y="365760"/>
            <a:ext cx="914400" cy="91440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RV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4800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 Brand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Trust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for the brand.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website.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 the home page.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customer reviews.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returns policy.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Views the About page.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the gift item.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Enters the delivery pincode.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delivery date.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size and adds to cart.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by card or UPI.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for confirmation.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the confirmation.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tracking page.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the delivery date.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Nervous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 brand story and social proof visible on the first screen.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verified reviews and a short return policy on product pages.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delivery estimates by pincode before adding to the cart.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a gift option and a guest checkout with fewer fields.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an order tracking page and confirmation by message.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Sunita Deshmukh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Buy the right size for her son and pay by cash on delivery.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20095" y="365760"/>
            <a:ext cx="914400" cy="91440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4800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the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Chooses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Help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site on her phone.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 menu.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for her son's item.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product page.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description.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her son about the item.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size guide.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with a shirt at home.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the size.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Goes to the cart.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Chooses cash on delivery.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Enters the address.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for support.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WhatsApp or a call.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order.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Hesitant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simple menu with large text and clear labels.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plain-language search and visible categories.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sizes in simple terms, with a chart that compares to a shirt.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cash on delivery and a short, clear checkout.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WhatsApp and call support on every screen.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2138</Words>
  <Application>Microsoft Office PowerPoint</Application>
  <PresentationFormat>Widescreen</PresentationFormat>
  <Paragraphs>381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Nisar paraansh</cp:lastModifiedBy>
  <cp:revision>2</cp:revision>
  <dcterms:created xsi:type="dcterms:W3CDTF">2026-08-08T06:22:27Z</dcterms:created>
  <dcterms:modified xsi:type="dcterms:W3CDTF">2026-09-29T04:11:16Z</dcterms:modified>
</cp:coreProperties>
</file>